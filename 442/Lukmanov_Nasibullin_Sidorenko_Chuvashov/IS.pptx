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0" r:id="rId1"/>
  </p:sldMasterIdLst>
  <p:sldIdLst>
    <p:sldId id="256" r:id="rId2"/>
    <p:sldId id="257" r:id="rId3"/>
    <p:sldId id="259" r:id="rId4"/>
    <p:sldId id="258" r:id="rId5"/>
  </p:sldIdLst>
  <p:sldSz cx="9144000" cy="6858000" type="screen4x3"/>
  <p:notesSz cx="6858000" cy="9144000"/>
  <p:defaultTextStyle>
    <a:defPPr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2" autoAdjust="0"/>
    <p:restoredTop sz="94631" autoAdjust="0"/>
  </p:normalViewPr>
  <p:slideViewPr>
    <p:cSldViewPr snapToGrid="0" snapToObjects="1">
      <p:cViewPr varScale="1">
        <p:scale>
          <a:sx n="110" d="100"/>
          <a:sy n="110" d="100"/>
        </p:scale>
        <p:origin x="-1692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Title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67" y="187452"/>
            <a:ext cx="8827266" cy="648309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20DFC-E2D5-4BD6-B744-D8DEEAB5F7C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492375"/>
            <a:ext cx="6762749" cy="1470025"/>
          </a:xfrm>
        </p:spPr>
        <p:txBody>
          <a:bodyPr/>
          <a:lstStyle>
            <a:lvl1pPr algn="r">
              <a:defRPr sz="4400"/>
            </a:lvl1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1" y="3966882"/>
            <a:ext cx="6762749" cy="1752600"/>
          </a:xfrm>
        </p:spPr>
        <p:txBody>
          <a:bodyPr>
            <a:normAutofit/>
          </a:bodyPr>
          <a:lstStyle>
            <a:lvl1pPr marL="0" indent="0" algn="r">
              <a:spcBef>
                <a:spcPts val="6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C4ECE-F57E-C144-812E-02A3F9FE3327}" type="datetimeFigureOut">
              <a:rPr lang="ru-RU" smtClean="0"/>
              <a:pPr/>
              <a:t>28.04.2014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Content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87" y="186645"/>
            <a:ext cx="8827266" cy="6483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C4ECE-F57E-C144-812E-02A3F9FE3327}" type="datetimeFigureOut">
              <a:rPr lang="ru-RU" smtClean="0"/>
              <a:pPr/>
              <a:t>28.04.2014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F2FB-4B0F-884B-93BC-A91BA46EBAB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Section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67" y="187452"/>
            <a:ext cx="8827266" cy="6483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3" y="2591360"/>
            <a:ext cx="7583487" cy="1362075"/>
          </a:xfrm>
        </p:spPr>
        <p:txBody>
          <a:bodyPr anchor="b" anchorCtr="0">
            <a:noAutofit/>
          </a:bodyPr>
          <a:lstStyle>
            <a:lvl1pPr algn="l">
              <a:defRPr sz="4400" b="1" cap="none" baseline="0">
                <a:solidFill>
                  <a:schemeClr val="bg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9463" y="3950354"/>
            <a:ext cx="7583487" cy="1500187"/>
          </a:xfrm>
        </p:spPr>
        <p:txBody>
          <a:bodyPr anchor="t" anchorCtr="0"/>
          <a:lstStyle>
            <a:lvl1pPr marL="0" indent="0" algn="l">
              <a:spcBef>
                <a:spcPts val="600"/>
              </a:spcBef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C4ECE-F57E-C144-812E-02A3F9FE3327}" type="datetimeFigureOut">
              <a:rPr lang="ru-RU" smtClean="0"/>
              <a:pPr/>
              <a:t>28.04.2014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F2FB-4B0F-884B-93BC-A91BA46EBAB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Overlay-Content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87" y="186645"/>
            <a:ext cx="8827266" cy="6483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9462" y="1828800"/>
            <a:ext cx="3657600" cy="42195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8541" y="1828800"/>
            <a:ext cx="3657600" cy="42195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C4ECE-F57E-C144-812E-02A3F9FE3327}" type="datetimeFigureOut">
              <a:rPr lang="ru-RU" smtClean="0"/>
              <a:pPr/>
              <a:t>28.04.2014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F2FB-4B0F-884B-93BC-A91BA46EBAB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Overlay-Content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87" y="186645"/>
            <a:ext cx="8827266" cy="6483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3" y="381000"/>
            <a:ext cx="7583487" cy="1044388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9463" y="1438835"/>
            <a:ext cx="3657600" cy="789828"/>
          </a:xfr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9463" y="2362199"/>
            <a:ext cx="3657600" cy="36861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5350" y="1438835"/>
            <a:ext cx="3657600" cy="789828"/>
          </a:xfr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5350" y="2362199"/>
            <a:ext cx="3657600" cy="36861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C4ECE-F57E-C144-812E-02A3F9FE3327}" type="datetimeFigureOut">
              <a:rPr lang="ru-RU" smtClean="0"/>
              <a:pPr/>
              <a:t>28.04.2014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F2FB-4B0F-884B-93BC-A91BA46EBAB1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2" name="Straight Connector 11"/>
          <p:cNvCxnSpPr/>
          <p:nvPr/>
        </p:nvCxnSpPr>
        <p:spPr>
          <a:xfrm>
            <a:off x="874059" y="2286000"/>
            <a:ext cx="3563003" cy="158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815840" y="2286000"/>
            <a:ext cx="3566160" cy="158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74059" y="2286000"/>
            <a:ext cx="3563003" cy="158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815840" y="2286000"/>
            <a:ext cx="3566160" cy="158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объекта, вверху и в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Overlay-Content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87" y="186645"/>
            <a:ext cx="8827266" cy="6483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9462" y="1828801"/>
            <a:ext cx="7585076" cy="2057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C4ECE-F57E-C144-812E-02A3F9FE3327}" type="datetimeFigureOut">
              <a:rPr lang="ru-RU" smtClean="0"/>
              <a:pPr/>
              <a:t>28.04.2014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F2FB-4B0F-884B-93BC-A91BA46EBAB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Content Placeholder 2"/>
          <p:cNvSpPr>
            <a:spLocks noGrp="1"/>
          </p:cNvSpPr>
          <p:nvPr>
            <p:ph sz="half" idx="13"/>
          </p:nvPr>
        </p:nvSpPr>
        <p:spPr>
          <a:xfrm>
            <a:off x="779462" y="3991816"/>
            <a:ext cx="7585076" cy="2057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Overlay-Content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87" y="186645"/>
            <a:ext cx="8827266" cy="6483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0953" y="1828801"/>
            <a:ext cx="3657600" cy="2057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C4ECE-F57E-C144-812E-02A3F9FE3327}" type="datetimeFigureOut">
              <a:rPr lang="ru-RU" smtClean="0"/>
              <a:pPr/>
              <a:t>28.04.2014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F2FB-4B0F-884B-93BC-A91BA46EBAB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Content Placeholder 2"/>
          <p:cNvSpPr>
            <a:spLocks noGrp="1"/>
          </p:cNvSpPr>
          <p:nvPr>
            <p:ph sz="half" idx="13"/>
          </p:nvPr>
        </p:nvSpPr>
        <p:spPr>
          <a:xfrm>
            <a:off x="4710953" y="3991816"/>
            <a:ext cx="3657600" cy="2057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779462" y="1828800"/>
            <a:ext cx="3657600" cy="42195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Overlay-Content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87" y="186645"/>
            <a:ext cx="8827266" cy="6483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C4ECE-F57E-C144-812E-02A3F9FE3327}" type="datetimeFigureOut">
              <a:rPr lang="ru-RU" smtClean="0"/>
              <a:pPr/>
              <a:t>28.04.2014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F2FB-4B0F-884B-93BC-A91BA46EBAB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Content Placeholder 2"/>
          <p:cNvSpPr>
            <a:spLocks noGrp="1"/>
          </p:cNvSpPr>
          <p:nvPr>
            <p:ph sz="half" idx="14"/>
          </p:nvPr>
        </p:nvSpPr>
        <p:spPr>
          <a:xfrm>
            <a:off x="779463" y="1828801"/>
            <a:ext cx="3657600" cy="2057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dirty="0"/>
          </a:p>
        </p:txBody>
      </p:sp>
      <p:sp>
        <p:nvSpPr>
          <p:cNvPr id="13" name="Content Placeholder 2"/>
          <p:cNvSpPr>
            <a:spLocks noGrp="1"/>
          </p:cNvSpPr>
          <p:nvPr>
            <p:ph sz="half" idx="15"/>
          </p:nvPr>
        </p:nvSpPr>
        <p:spPr>
          <a:xfrm>
            <a:off x="779463" y="3991816"/>
            <a:ext cx="3657600" cy="2057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sz="half" idx="1"/>
          </p:nvPr>
        </p:nvSpPr>
        <p:spPr>
          <a:xfrm>
            <a:off x="4710953" y="1828801"/>
            <a:ext cx="3657600" cy="2057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3"/>
          </p:nvPr>
        </p:nvSpPr>
        <p:spPr>
          <a:xfrm>
            <a:off x="4710953" y="3991816"/>
            <a:ext cx="3657600" cy="2057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Overlay-Content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87" y="186645"/>
            <a:ext cx="8827266" cy="6483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C4ECE-F57E-C144-812E-02A3F9FE3327}" type="datetimeFigureOut">
              <a:rPr lang="ru-RU" smtClean="0"/>
              <a:pPr/>
              <a:t>28.04.2014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F2FB-4B0F-884B-93BC-A91BA46EBAB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Overlay-Content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87" y="186645"/>
            <a:ext cx="8827266" cy="6483096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C4ECE-F57E-C144-812E-02A3F9FE3327}" type="datetimeFigureOut">
              <a:rPr lang="ru-RU" smtClean="0"/>
              <a:pPr/>
              <a:t>28.04.2014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F2FB-4B0F-884B-93BC-A91BA46EBAB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Overlay-Content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67" y="187452"/>
            <a:ext cx="8827266" cy="6483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4" y="590550"/>
            <a:ext cx="3657600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3023" y="739588"/>
            <a:ext cx="3657600" cy="53087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464" y="1816100"/>
            <a:ext cx="3657600" cy="3822700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C4ECE-F57E-C144-812E-02A3F9FE3327}" type="datetimeFigureOut">
              <a:rPr lang="ru-RU" smtClean="0"/>
              <a:pPr/>
              <a:t>28.04.2014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20DFC-E2D5-4BD6-B744-D8DEEAB5F7C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Overlay-Picture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7" y="187452"/>
            <a:ext cx="8536656" cy="6483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0" y="533400"/>
            <a:ext cx="4476750" cy="1252538"/>
          </a:xfrm>
        </p:spPr>
        <p:txBody>
          <a:bodyPr anchor="b"/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86124" y="1828800"/>
            <a:ext cx="4474539" cy="38100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6124" y="6288741"/>
            <a:ext cx="1887537" cy="365125"/>
          </a:xfrm>
        </p:spPr>
        <p:txBody>
          <a:bodyPr/>
          <a:lstStyle/>
          <a:p>
            <a:fld id="{E93C4ECE-F57E-C144-812E-02A3F9FE3327}" type="datetimeFigureOut">
              <a:rPr lang="ru-RU" smtClean="0"/>
              <a:pPr/>
              <a:t>28.04.2014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67399" y="6288741"/>
            <a:ext cx="2675965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F2FB-4B0F-884B-93BC-A91BA46EBAB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flipH="1">
            <a:off x="188253" y="179292"/>
            <a:ext cx="3281087" cy="6483096"/>
          </a:xfrm>
          <a:prstGeom prst="round1Rect">
            <a:avLst>
              <a:gd name="adj" fmla="val 17325"/>
            </a:avLst>
          </a:prstGeom>
          <a:blipFill dpi="0" rotWithShape="0">
            <a:blip r:embed="rId3"/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Чтобы добавить рисунок, перетащите его на заполнитель или щелкните значок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 (другой 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Overlay-PictureCaption-Ext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67" y="187452"/>
            <a:ext cx="8827266" cy="6483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0953" y="533400"/>
            <a:ext cx="3657600" cy="1252538"/>
          </a:xfrm>
        </p:spPr>
        <p:txBody>
          <a:bodyPr anchor="b"/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flipH="1">
            <a:off x="596153" y="1600199"/>
            <a:ext cx="3657600" cy="3657601"/>
          </a:xfrm>
          <a:prstGeom prst="ellipse">
            <a:avLst/>
          </a:prstGeom>
          <a:blipFill dpi="0" rotWithShape="0">
            <a:blip r:embed="rId3" cstate="print"/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Чтобы добавить рисунок, перетащите его на заполнитель или щелкните значок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0412" y="1828800"/>
            <a:ext cx="3657600" cy="38100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1000" y="6288741"/>
            <a:ext cx="1865125" cy="365125"/>
          </a:xfrm>
        </p:spPr>
        <p:txBody>
          <a:bodyPr/>
          <a:lstStyle/>
          <a:p>
            <a:fld id="{E93C4ECE-F57E-C144-812E-02A3F9FE3327}" type="datetimeFigureOut">
              <a:rPr lang="ru-RU" smtClean="0"/>
              <a:pPr/>
              <a:t>28.04.2014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25813" y="6288741"/>
            <a:ext cx="5217551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F2FB-4B0F-884B-93BC-A91BA46EBAB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над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Overlay-PictureCaption-Ext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67" y="187452"/>
            <a:ext cx="8827266" cy="6483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038" y="3778624"/>
            <a:ext cx="7560515" cy="1102658"/>
          </a:xfrm>
        </p:spPr>
        <p:txBody>
          <a:bodyPr anchor="b"/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flipH="1">
            <a:off x="871584" y="762000"/>
            <a:ext cx="7427726" cy="2989730"/>
          </a:xfrm>
          <a:prstGeom prst="roundRect">
            <a:avLst>
              <a:gd name="adj" fmla="val 7476"/>
            </a:avLst>
          </a:prstGeom>
          <a:blipFill dpi="0" rotWithShape="0">
            <a:blip r:embed="rId3"/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Чтобы добавить рисунок, перетащите его на заполнитель или щелкните значок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8034" y="4827493"/>
            <a:ext cx="7559977" cy="1220881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1000" y="6288741"/>
            <a:ext cx="1865125" cy="365125"/>
          </a:xfrm>
        </p:spPr>
        <p:txBody>
          <a:bodyPr/>
          <a:lstStyle/>
          <a:p>
            <a:fld id="{E93C4ECE-F57E-C144-812E-02A3F9FE3327}" type="datetimeFigureOut">
              <a:rPr lang="ru-RU" smtClean="0"/>
              <a:pPr/>
              <a:t>28.04.2014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25813" y="6288741"/>
            <a:ext cx="5217551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F2FB-4B0F-884B-93BC-A91BA46EBAB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Content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87" y="186645"/>
            <a:ext cx="8827266" cy="6483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C4ECE-F57E-C144-812E-02A3F9FE3327}" type="datetimeFigureOut">
              <a:rPr lang="ru-RU" smtClean="0"/>
              <a:pPr/>
              <a:t>28.04.2014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F2FB-4B0F-884B-93BC-A91BA46EBAB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Content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87" y="186645"/>
            <a:ext cx="8827266" cy="6483096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28646" y="779463"/>
            <a:ext cx="1358153" cy="5268912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9462" y="779464"/>
            <a:ext cx="6170613" cy="5268911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C4ECE-F57E-C144-812E-02A3F9FE3327}" type="datetimeFigureOut">
              <a:rPr lang="ru-RU" smtClean="0"/>
              <a:pPr/>
              <a:t>28.04.2014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4F2FB-4B0F-884B-93BC-A91BA46EBAB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 Diagonal Corner Rectangle 7"/>
          <p:cNvSpPr/>
          <p:nvPr/>
        </p:nvSpPr>
        <p:spPr>
          <a:xfrm>
            <a:off x="189707" y="189707"/>
            <a:ext cx="8764587" cy="6478587"/>
          </a:xfrm>
          <a:prstGeom prst="round2DiagRect">
            <a:avLst>
              <a:gd name="adj1" fmla="val 9416"/>
              <a:gd name="adj2" fmla="val 0"/>
            </a:avLst>
          </a:prstGeom>
          <a:gradFill>
            <a:gsLst>
              <a:gs pos="17000">
                <a:schemeClr val="bg2"/>
              </a:gs>
              <a:gs pos="100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9463" y="381000"/>
            <a:ext cx="7583487" cy="104438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9463" y="1828800"/>
            <a:ext cx="7583487" cy="4208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1000" y="6288741"/>
            <a:ext cx="18875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E93C4ECE-F57E-C144-812E-02A3F9FE3327}" type="datetimeFigureOut">
              <a:rPr lang="ru-RU" smtClean="0"/>
              <a:pPr/>
              <a:t>28.04.2014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04615" y="6288741"/>
            <a:ext cx="5238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4411" y="219635"/>
            <a:ext cx="493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8C64F2FB-4B0F-884B-93BC-A91BA46EBAB1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</p:sldLayoutIdLst>
  <p:txStyles>
    <p:titleStyle>
      <a:lvl1pPr algn="l" defTabSz="914400" rtl="0" eaLnBrk="1" latinLnBrk="0" hangingPunct="1">
        <a:spcBef>
          <a:spcPct val="0"/>
        </a:spcBef>
        <a:buNone/>
        <a:defRPr sz="38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82575" indent="-282575" algn="l" defTabSz="914400" rtl="0" eaLnBrk="1" latinLnBrk="0" hangingPunct="1">
        <a:spcBef>
          <a:spcPts val="2000"/>
        </a:spcBef>
        <a:buFont typeface="Wingdings 2" pitchFamily="18" charset="2"/>
        <a:buChar char=""/>
        <a:defRPr sz="2200" kern="1200">
          <a:solidFill>
            <a:schemeClr val="bg1"/>
          </a:solidFill>
          <a:latin typeface="+mn-lt"/>
          <a:ea typeface="+mn-ea"/>
          <a:cs typeface="+mn-cs"/>
        </a:defRPr>
      </a:lvl1pPr>
      <a:lvl2pPr marL="577850" indent="-295275" algn="l" defTabSz="914400" rtl="0" eaLnBrk="1" latinLnBrk="0" hangingPunct="1">
        <a:spcBef>
          <a:spcPts val="600"/>
        </a:spcBef>
        <a:buFont typeface="Wingdings 2" pitchFamily="18" charset="2"/>
        <a:buChar char="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860425" indent="-282575" algn="l" defTabSz="914400" rtl="0" eaLnBrk="1" latinLnBrk="0" hangingPunct="1">
        <a:spcBef>
          <a:spcPts val="600"/>
        </a:spcBef>
        <a:buFont typeface="Wingdings 2" pitchFamily="18" charset="2"/>
        <a:buChar char="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143000" indent="-282575" algn="l" defTabSz="914400" rtl="0" eaLnBrk="1" latinLnBrk="0" hangingPunct="1">
        <a:spcBef>
          <a:spcPts val="600"/>
        </a:spcBef>
        <a:buFont typeface="Wingdings 2" pitchFamily="18" charset="2"/>
        <a:buChar char="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425575" indent="-282575" algn="l" defTabSz="914400" rtl="0" eaLnBrk="1" latinLnBrk="0" hangingPunct="1">
        <a:spcBef>
          <a:spcPts val="600"/>
        </a:spcBef>
        <a:buFont typeface="Wingdings 2" pitchFamily="18" charset="2"/>
        <a:buChar char="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1711325" indent="-288925" algn="l" defTabSz="914400" rtl="0" eaLnBrk="1" latinLnBrk="0" hangingPunct="1">
        <a:spcBef>
          <a:spcPct val="20000"/>
        </a:spcBef>
        <a:buFont typeface="Wingdings 2" pitchFamily="18" charset="2"/>
        <a:buChar char=""/>
        <a:defRPr lang="en-US" sz="1800" kern="120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2000250" indent="-288925" algn="l" defTabSz="914400" rtl="0" eaLnBrk="1" latinLnBrk="0" hangingPunct="1">
        <a:spcBef>
          <a:spcPct val="20000"/>
        </a:spcBef>
        <a:buFont typeface="Wingdings 2" pitchFamily="18" charset="2"/>
        <a:buChar char=""/>
        <a:defRPr lang="en-US" sz="1800" kern="1200" dirty="0" smtClean="0">
          <a:solidFill>
            <a:schemeClr val="bg1"/>
          </a:solidFill>
          <a:latin typeface="+mn-lt"/>
          <a:ea typeface="+mn-ea"/>
          <a:cs typeface="+mn-cs"/>
        </a:defRPr>
      </a:lvl7pPr>
      <a:lvl8pPr marL="2290763" indent="-288925" algn="l" defTabSz="914400" rtl="0" eaLnBrk="1" latinLnBrk="0" hangingPunct="1">
        <a:spcBef>
          <a:spcPct val="20000"/>
        </a:spcBef>
        <a:buFont typeface="Wingdings 2" pitchFamily="18" charset="2"/>
        <a:buChar char=""/>
        <a:defRPr lang="en-US" sz="1800" kern="1200" dirty="0" smtClean="0">
          <a:solidFill>
            <a:schemeClr val="bg1"/>
          </a:solidFill>
          <a:latin typeface="+mn-lt"/>
          <a:ea typeface="+mn-ea"/>
          <a:cs typeface="+mn-cs"/>
        </a:defRPr>
      </a:lvl8pPr>
      <a:lvl9pPr marL="2571750" indent="-288925" algn="l" defTabSz="914400" rtl="0" eaLnBrk="1" latinLnBrk="0" hangingPunct="1">
        <a:spcBef>
          <a:spcPct val="20000"/>
        </a:spcBef>
        <a:buFont typeface="Wingdings 2" pitchFamily="18" charset="2"/>
        <a:buChar char=""/>
        <a:defRPr lang="en-US" sz="1800" kern="1200" dirty="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Доставка воды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Насибуллин Арсен 443гр</a:t>
            </a:r>
          </a:p>
          <a:p>
            <a:r>
              <a:rPr lang="ru-RU" dirty="0" err="1" smtClean="0"/>
              <a:t>Лукманов</a:t>
            </a:r>
            <a:r>
              <a:rPr lang="ru-RU" dirty="0" smtClean="0"/>
              <a:t> </a:t>
            </a:r>
            <a:r>
              <a:rPr lang="ru-RU" dirty="0" err="1" smtClean="0"/>
              <a:t>Ильнур</a:t>
            </a:r>
            <a:r>
              <a:rPr lang="ru-RU" dirty="0" smtClean="0"/>
              <a:t> </a:t>
            </a:r>
            <a:r>
              <a:rPr lang="ru-RU" dirty="0" smtClean="0"/>
              <a:t>442гр</a:t>
            </a:r>
            <a:endParaRPr lang="en-US" dirty="0" smtClean="0"/>
          </a:p>
          <a:p>
            <a:r>
              <a:rPr lang="ru-RU" dirty="0" smtClean="0"/>
              <a:t>Сидоренко Дмитрий 442гр</a:t>
            </a:r>
          </a:p>
          <a:p>
            <a:r>
              <a:rPr lang="ru-RU" dirty="0" smtClean="0"/>
              <a:t>Чувашёв Андрей 442гр</a:t>
            </a:r>
            <a:endParaRPr lang="ru-RU" dirty="0"/>
          </a:p>
        </p:txBody>
      </p:sp>
      <p:pic>
        <p:nvPicPr>
          <p:cNvPr id="8" name="Изображение 7" descr="BBA_07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483846" y="2384551"/>
            <a:ext cx="1350309" cy="347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663059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Функциональность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Регистрация новых </a:t>
            </a:r>
            <a:r>
              <a:rPr lang="ru-RU" dirty="0" smtClean="0"/>
              <a:t>клиентов</a:t>
            </a:r>
            <a:endParaRPr lang="ru-RU" dirty="0" smtClean="0"/>
          </a:p>
          <a:p>
            <a:r>
              <a:rPr lang="ru-RU" dirty="0" smtClean="0"/>
              <a:t>Оформление заказа или изменение существующего</a:t>
            </a:r>
          </a:p>
          <a:p>
            <a:r>
              <a:rPr lang="ru-RU" dirty="0" smtClean="0"/>
              <a:t>Мониторинг заказа</a:t>
            </a:r>
          </a:p>
          <a:p>
            <a:r>
              <a:rPr lang="ru-RU" dirty="0" smtClean="0"/>
              <a:t>Хранение информации о </a:t>
            </a:r>
            <a:r>
              <a:rPr lang="ru-RU" dirty="0" smtClean="0"/>
              <a:t>клиенте</a:t>
            </a:r>
          </a:p>
          <a:p>
            <a:r>
              <a:rPr lang="ru-RU" dirty="0" smtClean="0"/>
              <a:t>Обратная связь с администратором</a:t>
            </a:r>
          </a:p>
          <a:p>
            <a:r>
              <a:rPr lang="ru-RU" dirty="0" smtClean="0"/>
              <a:t>Новостная лента компании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371027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роли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dirty="0" smtClean="0"/>
              <a:t>Клиент</a:t>
            </a:r>
            <a:endParaRPr lang="ru-RU" dirty="0" smtClean="0"/>
          </a:p>
          <a:p>
            <a:pPr lvl="1"/>
            <a:r>
              <a:rPr lang="ru-RU" dirty="0" smtClean="0"/>
              <a:t>Оформление заказов</a:t>
            </a:r>
          </a:p>
          <a:p>
            <a:pPr lvl="1"/>
            <a:r>
              <a:rPr lang="ru-RU" dirty="0" smtClean="0"/>
              <a:t>Просмотр новостей</a:t>
            </a:r>
          </a:p>
          <a:p>
            <a:pPr lvl="1"/>
            <a:r>
              <a:rPr lang="ru-RU" dirty="0" smtClean="0"/>
              <a:t>Обратная связь с администратором</a:t>
            </a:r>
          </a:p>
          <a:p>
            <a:pPr>
              <a:buNone/>
            </a:pPr>
            <a:r>
              <a:rPr lang="ru-RU" dirty="0" smtClean="0"/>
              <a:t>Администратор сайта</a:t>
            </a:r>
          </a:p>
          <a:p>
            <a:pPr lvl="1"/>
            <a:r>
              <a:rPr lang="ru-RU" dirty="0" smtClean="0"/>
              <a:t>Просмотр и редактирование списка клиентов</a:t>
            </a:r>
          </a:p>
          <a:p>
            <a:pPr lvl="1"/>
            <a:r>
              <a:rPr lang="ru-RU" dirty="0" smtClean="0"/>
              <a:t>Добавление новостей на сайт</a:t>
            </a:r>
          </a:p>
          <a:p>
            <a:pPr lvl="1"/>
            <a:r>
              <a:rPr lang="ru-RU" dirty="0" smtClean="0"/>
              <a:t>Просмотр и редактирование </a:t>
            </a:r>
            <a:r>
              <a:rPr lang="ru-RU" dirty="0" smtClean="0"/>
              <a:t>списка заказов</a:t>
            </a:r>
          </a:p>
          <a:p>
            <a:pPr>
              <a:buNone/>
            </a:pPr>
            <a:r>
              <a:rPr lang="ru-RU" dirty="0" smtClean="0"/>
              <a:t>Курьер</a:t>
            </a:r>
          </a:p>
          <a:p>
            <a:pPr lvl="1"/>
            <a:r>
              <a:rPr lang="ru-RU" dirty="0" smtClean="0"/>
              <a:t>Просмотр заказов</a:t>
            </a:r>
          </a:p>
          <a:p>
            <a:pPr lvl="1"/>
            <a:r>
              <a:rPr lang="ru-RU" dirty="0" smtClean="0"/>
              <a:t>Изменение статуса заказов</a:t>
            </a:r>
          </a:p>
        </p:txBody>
      </p:sp>
    </p:spTree>
    <p:extLst>
      <p:ext uri="{BB962C8B-B14F-4D97-AF65-F5344CB8AC3E}">
        <p14:creationId xmlns:p14="http://schemas.microsoft.com/office/powerpoint/2010/main" xmlns="" val="261595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 smtClean="0"/>
              <a:t>Требования</a:t>
            </a:r>
            <a:r>
              <a:rPr lang="ru-RU" sz="3200" dirty="0" smtClean="0"/>
              <a:t>, предъявляемые к системе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Дружелюбный интерфейс</a:t>
            </a:r>
          </a:p>
          <a:p>
            <a:r>
              <a:rPr lang="ru-RU" dirty="0" smtClean="0"/>
              <a:t>Отказоустойчивость</a:t>
            </a:r>
          </a:p>
          <a:p>
            <a:r>
              <a:rPr lang="ru-RU" dirty="0" smtClean="0"/>
              <a:t>Быстродействие</a:t>
            </a:r>
          </a:p>
          <a:p>
            <a:r>
              <a:rPr lang="ru-RU" dirty="0" smtClean="0"/>
              <a:t>Надежность и безопасность личной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xmlns="" val="3754974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Революция">
  <a:themeElements>
    <a:clrScheme name="Революция">
      <a:dk1>
        <a:sysClr val="windowText" lastClr="000000"/>
      </a:dk1>
      <a:lt1>
        <a:sysClr val="window" lastClr="FFFFFF"/>
      </a:lt1>
      <a:dk2>
        <a:srgbClr val="1B3861"/>
      </a:dk2>
      <a:lt2>
        <a:srgbClr val="38ABED"/>
      </a:lt2>
      <a:accent1>
        <a:srgbClr val="0C5986"/>
      </a:accent1>
      <a:accent2>
        <a:srgbClr val="DDF53D"/>
      </a:accent2>
      <a:accent3>
        <a:srgbClr val="508709"/>
      </a:accent3>
      <a:accent4>
        <a:srgbClr val="BF5E00"/>
      </a:accent4>
      <a:accent5>
        <a:srgbClr val="9C0001"/>
      </a:accent5>
      <a:accent6>
        <a:srgbClr val="660075"/>
      </a:accent6>
      <a:hlink>
        <a:srgbClr val="ABF24D"/>
      </a:hlink>
      <a:folHlink>
        <a:srgbClr val="A0E7F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волюция">
      <a: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0800000">
              <a:srgbClr val="808080">
                <a:alpha val="75000"/>
              </a:srgbClr>
            </a:innerShdw>
          </a:effectLst>
        </a:effectStyle>
        <a:effectStyle>
          <a:effectLst>
            <a:innerShdw blurRad="50800" dist="25400" dir="13500000">
              <a:srgbClr val="808080">
                <a:alpha val="75000"/>
              </a:srgbClr>
            </a:innerShdw>
            <a:outerShdw blurRad="63500" dist="50800" dir="5400000" algn="br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1400000"/>
            </a:lightRig>
          </a:scene3d>
          <a:sp3d contourW="12700" prstMaterial="softmetal">
            <a:bevelT w="63500" h="254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Революция.thmx</Template>
  <TotalTime>709</TotalTime>
  <Words>83</Words>
  <Application>Microsoft Office PowerPoint</Application>
  <PresentationFormat>Экран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Революция</vt:lpstr>
      <vt:lpstr>Доставка воды</vt:lpstr>
      <vt:lpstr>Функциональность</vt:lpstr>
      <vt:lpstr>Основные роли </vt:lpstr>
      <vt:lpstr>Требования, предъявляемые к системе</vt:lpstr>
    </vt:vector>
  </TitlesOfParts>
  <Company>erafiil@gmail.com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Доставка воды</dc:title>
  <dc:creator>Arseny Nevsky</dc:creator>
  <cp:lastModifiedBy>Дмитрий</cp:lastModifiedBy>
  <cp:revision>12</cp:revision>
  <dcterms:created xsi:type="dcterms:W3CDTF">2013-09-30T21:46:00Z</dcterms:created>
  <dcterms:modified xsi:type="dcterms:W3CDTF">2014-04-28T08:46:38Z</dcterms:modified>
</cp:coreProperties>
</file>